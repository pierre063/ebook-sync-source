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4" d="100"/>
          <a:sy n="74" d="100"/>
        </p:scale>
        <p:origin x="35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A4F099-5AF4-A0CE-80AE-4BBB37CF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9E9C669-3076-3AE6-07FA-A35F102A2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95FDB6-B879-B59E-8983-1EF3E0DBC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F5DC9D-BABC-9FB8-00A7-0F3BF1AA7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72B711-D4C6-B674-3BB2-01F3AD63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45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622148-D954-4CBF-0EF6-9267873B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213CDC-43AD-5619-C38A-21B49F773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918E9D-24B0-8DFC-5BE2-3E16CA47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AA4EA1-160F-F387-A194-90BF9BE9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52F4A4-A5D3-AA73-0C4C-2CDEB102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756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931FF7-A7B5-CFFF-02A1-DC74BE24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82D04A-2364-F300-5618-CB157B23C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D0AEF5-CB5F-688C-5103-6DDA33176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DE29BF-4D12-39C0-FBB6-78985416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0D3849-641F-4118-8653-A8B906079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039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5FF4A2-5E6C-EB73-5FEE-E603BDF17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0D14B7-825F-1122-8C7D-B69C8F672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5248412-19D6-218B-E84E-E31946405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9FA292-5BDE-B9C1-1EBD-E142B3095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37CC47-895E-9B82-D416-94257A32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D3A5C0-4A59-2904-4D55-0FD2CB5D7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197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5CFC50-F47C-2E59-DC9B-38A40B778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D80122-5E1A-C3DF-5972-18DB6400D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92AAE73-2059-1382-45B4-138C35992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397DA99-6A5D-467B-57D3-F30D54514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7FC67CF-96E5-FC08-5801-FDD731F6B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944952D-F604-E6DA-743F-789BAA80F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AD093F3-B743-CB3D-6772-FFC750C71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FAFA1C4-8809-52B8-9C19-868BDD9C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2974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F54B3D-9B78-0CDF-7CC6-A19EC02A6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E0D6B8F-6364-EA86-A6B2-6C613E725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0E1F0EA-7148-AAB6-873D-A5C20FE46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83A7AF-C9DA-0E9A-9C69-C5727516C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659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F6BC554-EB77-8BF3-7CC5-51D3A906A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00CD3DB-6FDB-77F3-DCD3-F209628E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20856F-F6EB-0F55-A1F0-F78B0C692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56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CDFAA2-B4E7-FB63-E9DA-2B728203E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AC78BD-BFA3-E07A-12DD-9CBC8B54F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17FCAB8-3B20-9B1A-C414-990C1DE55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C14DA32-1B72-B777-0D4F-2F9D32D83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71B85A1-C46E-FB21-0909-5B63C7F8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7E4A49-D039-DD74-E84F-09F0804C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057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39AEC9-79EB-6D9E-45D4-2F860BBCA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1EE43FA-3EBB-30A2-3B25-A1377D759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AE5B8F-087D-0392-6CA7-117497397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5D3DB8-59DF-3649-0B1C-82B5200B9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576A98-3F55-F896-738F-89BD45BA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FC80F9-2F96-370C-6666-7BDB9919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757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10267D-71BA-0F6A-ADC9-1D6BF57A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79B6CB2-DB1F-34D4-E97F-B5FD4E714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B0463D-653C-1DB6-9E40-ACC372E7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E5D530-D440-B174-AE50-3B940B691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E09E59-5D71-27CA-53BE-05986A6F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741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DF0CFDA-C2CE-00D2-B5C4-4D777E58F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16D898-EAB6-943E-B672-114D9FCC4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B7544E-168A-B70A-2437-513B1BCD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70E1-D5C9-49B0-B519-6C0DEB1569AF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0B19F4-68F4-359F-82AB-2E1396865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42B8AD-ADB4-D70E-123D-703FA887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7848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A4860A4-6B5C-8874-DA4B-1D24D04A7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1D5D14-001C-AF28-2AD0-182E5FFDA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0BB15D-C8A1-186A-B473-EDF9658B6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270E1-D5C9-49B0-B519-6C0DEB1569AF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8BB82C-4CB7-15AB-FB16-B3C316F9C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30F4AD-7588-7D55-04C2-EF63B75BD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92A767-73E9-44C1-89A3-7CAA4202542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0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07F36E5-87BC-B802-1802-6B7B8B3CECAC}"/>
              </a:ext>
            </a:extLst>
          </p:cNvPr>
          <p:cNvSpPr/>
          <p:nvPr/>
        </p:nvSpPr>
        <p:spPr>
          <a:xfrm>
            <a:off x="4478547" y="560717"/>
            <a:ext cx="2941607" cy="1026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GW-P 2020C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56FE87EC-ED35-B607-8C4A-95A90860087A}"/>
              </a:ext>
            </a:extLst>
          </p:cNvPr>
          <p:cNvSpPr/>
          <p:nvPr/>
        </p:nvSpPr>
        <p:spPr>
          <a:xfrm>
            <a:off x="4625196" y="2402457"/>
            <a:ext cx="2941607" cy="1026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GW-P 2020C</a:t>
            </a:r>
          </a:p>
        </p:txBody>
      </p:sp>
    </p:spTree>
    <p:extLst>
      <p:ext uri="{BB962C8B-B14F-4D97-AF65-F5344CB8AC3E}">
        <p14:creationId xmlns:p14="http://schemas.microsoft.com/office/powerpoint/2010/main" val="2114894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F5104-1163-4F58-7F11-1F0CA469C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76AF205-1EA2-AD1F-FE02-6EBE478CE328}"/>
              </a:ext>
            </a:extLst>
          </p:cNvPr>
          <p:cNvSpPr/>
          <p:nvPr/>
        </p:nvSpPr>
        <p:spPr>
          <a:xfrm>
            <a:off x="2251495" y="1690778"/>
            <a:ext cx="2941607" cy="1026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GW-P 2020</a:t>
            </a:r>
          </a:p>
        </p:txBody>
      </p:sp>
    </p:spTree>
    <p:extLst>
      <p:ext uri="{BB962C8B-B14F-4D97-AF65-F5344CB8AC3E}">
        <p14:creationId xmlns:p14="http://schemas.microsoft.com/office/powerpoint/2010/main" val="3502874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5592C-0103-FE78-4FF3-04B3526C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A3C52F6-CB4E-57FE-247E-7245549CE9E8}"/>
              </a:ext>
            </a:extLst>
          </p:cNvPr>
          <p:cNvSpPr/>
          <p:nvPr/>
        </p:nvSpPr>
        <p:spPr>
          <a:xfrm>
            <a:off x="1466491" y="1095555"/>
            <a:ext cx="2941607" cy="1026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GW-P 2020</a:t>
            </a:r>
          </a:p>
        </p:txBody>
      </p:sp>
    </p:spTree>
    <p:extLst>
      <p:ext uri="{BB962C8B-B14F-4D97-AF65-F5344CB8AC3E}">
        <p14:creationId xmlns:p14="http://schemas.microsoft.com/office/powerpoint/2010/main" val="3607320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B3EAA-B5C2-3838-9746-453CA2344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8FD21EB9-0C11-A33F-AA68-0E1DB0CB3EBA}"/>
              </a:ext>
            </a:extLst>
          </p:cNvPr>
          <p:cNvSpPr/>
          <p:nvPr/>
        </p:nvSpPr>
        <p:spPr>
          <a:xfrm>
            <a:off x="1466491" y="1095555"/>
            <a:ext cx="2941607" cy="1026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GW-P 2020</a:t>
            </a:r>
          </a:p>
        </p:txBody>
      </p:sp>
    </p:spTree>
    <p:extLst>
      <p:ext uri="{BB962C8B-B14F-4D97-AF65-F5344CB8AC3E}">
        <p14:creationId xmlns:p14="http://schemas.microsoft.com/office/powerpoint/2010/main" val="31205854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Grand écran</PresentationFormat>
  <Paragraphs>5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GIRARD Olivier</dc:creator>
  <cp:lastModifiedBy>GIRARD Olivier</cp:lastModifiedBy>
  <cp:revision>8</cp:revision>
  <dcterms:created xsi:type="dcterms:W3CDTF">2025-12-15T20:56:42Z</dcterms:created>
  <dcterms:modified xsi:type="dcterms:W3CDTF">2025-12-17T20:54:49Z</dcterms:modified>
</cp:coreProperties>
</file>