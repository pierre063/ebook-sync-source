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1673526" y="1742536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4</cp:revision>
  <dcterms:created xsi:type="dcterms:W3CDTF">2025-12-15T20:56:42Z</dcterms:created>
  <dcterms:modified xsi:type="dcterms:W3CDTF">2025-12-16T16:44:38Z</dcterms:modified>
</cp:coreProperties>
</file>