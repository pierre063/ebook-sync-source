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4625196" y="291572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2251495" y="169077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7</cp:revision>
  <dcterms:created xsi:type="dcterms:W3CDTF">2025-12-15T20:56:42Z</dcterms:created>
  <dcterms:modified xsi:type="dcterms:W3CDTF">2025-12-17T20:30:33Z</dcterms:modified>
</cp:coreProperties>
</file>