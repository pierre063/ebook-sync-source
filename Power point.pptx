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74" d="100"/>
          <a:sy n="74" d="100"/>
        </p:scale>
        <p:origin x="352" y="4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A4F099-5AF4-A0CE-80AE-4BBB37CF7A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9E9C669-3076-3AE6-07FA-A35F102A2E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995FDB6-B879-B59E-8983-1EF3E0DBC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0F5DC9D-BABC-9FB8-00A7-0F3BF1AA7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A72B711-D4C6-B674-3BB2-01F3AD630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74583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9622148-D954-4CBF-0EF6-9267873B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F6213CDC-43AD-5619-C38A-21B49F7732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18E9D-24B0-8DFC-5BE2-3E16CA472A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CAA4EA1-160F-F387-A194-90BF9BE9B0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052F4A4-A5D3-AA73-0C4C-2CDEB1028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7756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931FF7-A7B5-CFFF-02A1-DC74BE2443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682D04A-2364-F300-5618-CB157B23C1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4D0AEF5-CB5F-688C-5103-6DDA33176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6DE29BF-4D12-39C0-FBB6-78985416E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D0D3849-641F-4118-8653-A8B906079F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80394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85FF4A2-5E6C-EB73-5FEE-E603BDF171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20D14B7-825F-1122-8C7D-B69C8F6725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65248412-19D6-218B-E84E-E31946405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D9FA292-5BDE-B9C1-1EBD-E142B3095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B37CC47-895E-9B82-D416-94257A32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2D3A5C0-4A59-2904-4D55-0FD2CB5D7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19791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95CFC50-F47C-2E59-DC9B-38A40B778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BD80122-5E1A-C3DF-5972-18DB6400DD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492AAE73-2059-1382-45B4-138C359927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397DA99-6A5D-467B-57D3-F30D54514A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7FC67CF-96E5-FC08-5801-FDD731F6B9D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8944952D-F604-E6DA-743F-789BAA80F1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AD093F3-B743-CB3D-6772-FFC750C718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AFAFA1C4-8809-52B8-9C19-868BDD9CB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29740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BF54B3D-9B78-0CDF-7CC6-A19EC02A64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9E0D6B8F-6364-EA86-A6B2-6C613E7252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E0E1F0EA-7148-AAB6-873D-A5C20FE46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783A7AF-C9DA-0E9A-9C69-C5727516C5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65945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AF6BC554-EB77-8BF3-7CC5-51D3A906A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300CD3DB-6FDB-77F3-DCD3-F209628E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820856F-F6EB-0F55-A1F0-F78B0C692E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729560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ACDFAA2-B4E7-FB63-E9DA-2B728203E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EAC78BD-BFA3-E07A-12DD-9CBC8B54F4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517FCAB8-3B20-9B1A-C414-990C1DE559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8C14DA32-1B72-B777-0D4F-2F9D32D83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71B85A1-C46E-FB21-0909-5B63C7F8D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C7E4A49-D039-DD74-E84F-09F0804CD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0574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E39AEC9-79EB-6D9E-45D4-2F860BBCA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51EE43FA-3EBB-30A2-3B25-A1377D7597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62AE5B8F-087D-0392-6CA7-1174973977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45D3DB8-59DF-3649-0B1C-82B5200B97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0576A98-3F55-F896-738F-89BD45BA5F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85FC80F9-2F96-370C-6666-7BDB99197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757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10267D-71BA-0F6A-ADC9-1D6BF57A8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79B6CB2-DB1F-34D4-E97F-B5FD4E7146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3B0463D-653C-1DB6-9E40-ACC372E7E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DE5D530-D440-B174-AE50-3B940B691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CE09E59-5D71-27CA-53BE-05986A6F1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741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5DF0CFDA-C2CE-00D2-B5C4-4D777E58F3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116D898-EAB6-943E-B672-114D9FCC4F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7B7544E-168A-B70A-2437-513B1BCD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140B19F4-68F4-359F-82AB-2E13968653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B42B8AD-ADB4-D70E-123D-703FA887F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878483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BA4860A4-6B5C-8874-DA4B-1D24D04A74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F1D5D14-001C-AF28-2AD0-182E5FFDA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C0BB15D-C8A1-186A-B473-EDF9658B6C8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270E1-D5C9-49B0-B519-6C0DEB1569AF}" type="datetimeFigureOut">
              <a:rPr lang="fr-FR" smtClean="0"/>
              <a:t>15/12/2025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E8BB82C-4CB7-15AB-FB16-B3C316F9C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E30F4AD-7588-7D55-04C2-EF63B75BD1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92A767-73E9-44C1-89A3-7CAA42025422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364045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707F36E5-87BC-B802-1802-6B7B8B3CECAC}"/>
              </a:ext>
            </a:extLst>
          </p:cNvPr>
          <p:cNvSpPr/>
          <p:nvPr/>
        </p:nvSpPr>
        <p:spPr>
          <a:xfrm>
            <a:off x="1733910" y="1078302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21148943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AF5104-1163-4F58-7F11-1F0CA469C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076AF205-1EA2-AD1F-FE02-6EBE478CE328}"/>
              </a:ext>
            </a:extLst>
          </p:cNvPr>
          <p:cNvSpPr/>
          <p:nvPr/>
        </p:nvSpPr>
        <p:spPr>
          <a:xfrm>
            <a:off x="2251495" y="1690778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502874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5592C-0103-FE78-4FF3-04B3526C9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BA3C52F6-CB4E-57FE-247E-7245549CE9E8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6073203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B3EAA-B5C2-3838-9746-453CA23447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8FD21EB9-0C11-A33F-AA68-0E1DB0CB3EBA}"/>
              </a:ext>
            </a:extLst>
          </p:cNvPr>
          <p:cNvSpPr/>
          <p:nvPr/>
        </p:nvSpPr>
        <p:spPr>
          <a:xfrm>
            <a:off x="1466491" y="1095555"/>
            <a:ext cx="2941607" cy="102654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GW-P 2020</a:t>
            </a:r>
          </a:p>
        </p:txBody>
      </p:sp>
    </p:spTree>
    <p:extLst>
      <p:ext uri="{BB962C8B-B14F-4D97-AF65-F5344CB8AC3E}">
        <p14:creationId xmlns:p14="http://schemas.microsoft.com/office/powerpoint/2010/main" val="312058540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</Words>
  <Application>Microsoft Office PowerPoint</Application>
  <PresentationFormat>Grand écran</PresentationFormat>
  <Paragraphs>4</Paragraphs>
  <Slides>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Thème Office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GIRARD Olivier</dc:creator>
  <cp:lastModifiedBy>GIRARD Olivier</cp:lastModifiedBy>
  <cp:revision>3</cp:revision>
  <dcterms:created xsi:type="dcterms:W3CDTF">2025-12-15T20:56:42Z</dcterms:created>
  <dcterms:modified xsi:type="dcterms:W3CDTF">2025-12-15T21:58:31Z</dcterms:modified>
</cp:coreProperties>
</file>